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7" r:id="rId3"/>
    <p:sldId id="275" r:id="rId4"/>
    <p:sldId id="276" r:id="rId5"/>
    <p:sldId id="278" r:id="rId6"/>
    <p:sldId id="279" r:id="rId7"/>
    <p:sldId id="282" r:id="rId8"/>
    <p:sldId id="28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F"/>
    <a:srgbClr val="FFC000"/>
    <a:srgbClr val="000000"/>
    <a:srgbClr val="2C4F8C"/>
    <a:srgbClr val="567FCA"/>
    <a:srgbClr val="3864B3"/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3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126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7D9AE-DF06-EF72-C0BC-5AADC3F93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1836B3-D7C6-E63C-F135-9B12ABC8C6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54556-F5FD-F663-6842-EBED09265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F5084-A497-D5B3-A8D3-85B8E63E9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AB417-0499-3BF6-7158-E6B672EAF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722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C31F-8E1D-B7D9-328E-DCA1C29AC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CF01B-0F6C-D3EB-D7B6-AB6A77BD7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A960F-E7F9-6A6E-29F3-C95DB9FF1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1121B-15B6-610B-BC9F-F23617A83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AF5DC-B8B1-5B80-0E3D-10751D8DC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504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33EAD-D41F-49B0-E56B-8656DEC99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6A507-10E5-186A-A5D7-198124169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BB256-AB93-1FEC-322C-86F9D9E9B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0E986-A94A-F2D3-FA37-FCBA16D28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C84F2-3990-2B4D-C3A1-F490D45E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49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36D67-D3EC-07C9-6916-0DECCFFCA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B4E90-508F-E33C-584E-06EFE21A5A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F714A6-14BF-1CD3-1290-D46DDCEA3E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812398-FF0F-0243-63C7-26894C5A7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C25319-4F2F-F0CE-A463-CD46EA471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F8261-2F4D-1F4A-F3E7-1C8870B3C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165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D8F24-F5FC-2156-6A60-6AE3DABB0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B6523-1896-E6DE-76D8-12A0B29AF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AECED-6417-7AFC-91AB-EFF1CAB1C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3BEB13-6028-15E6-ADFF-111AF147DD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26EB6C-AA33-C609-B9FD-C8BEF1215E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83A6C4-AF97-EC12-7078-BA87496D7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C7CA4E-B5F8-A4F1-522B-F677410BF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17C1B6-533F-76EE-A74A-02A65DC9A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362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CD046-45BD-C82E-0349-2A6C309BE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B2E90F-DE4C-7651-6DC8-320E860EE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7013C3-1087-91DA-E21B-1FD89024E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531D5A-F5A8-31A0-23B7-3D3C423F5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958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BEA050-4AEC-2C64-8592-7797B270B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D2A62A-51D7-D5E6-4E2E-6E85D85D4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6DAB5-48BF-FA93-973E-D9A56056A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286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01FF4-8D3C-9E3C-DBEA-D5493B5DA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A189C-D24B-E1A3-E806-48F98AB25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FB49B9-D500-22B9-3CC1-A99625CABB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1CDFE8-2A8B-1733-095E-E19C8DFDB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4F1E0-4AE3-FE95-D1A9-56B0A1B2F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92FA4-4F37-2411-4988-DB7415588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464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424BE-C436-BA73-3DAE-3108E8551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72A632-CA73-AB38-EA24-27B3A86F39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470153-3236-B69F-5431-DF5268E45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C34A5E-D340-396B-DDDB-46075ACA1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49DCE-0577-5BC0-2703-AF557E768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C566C7-9B66-867B-CEAD-EBE9291C5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506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432DE-F26D-A73E-A2EF-F96CB39E5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07A7E7-9496-2663-C93D-95BFE6CF7E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503C9-8366-610D-12C1-D2B00AA6A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30777-682E-A355-A450-A7B8C8A58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427F1-8628-2287-1B9D-0267E0E51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412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2E6689-7BC0-805C-EF14-B1C2F5115F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CB0133-921D-EB40-798A-A39653075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0B488-478E-FD7B-B5BC-92804DD6B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95D98-A28A-4504-A24A-B240F77BC1E0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C71FA-154D-12A7-4F9A-AB46F7CDB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605BD-5670-BB19-F3B9-B83A8C015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769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CAC5FE-9DA0-0227-E259-A0A66105C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9DD9BA-BA31-E15A-7E2D-A60A79559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970AC-8AC4-48BF-8693-BF3779FC36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F95D98-A28A-4504-A24A-B240F77BC1E0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61746-F8D6-C99B-8112-7D186801BC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B70A1-C260-8811-F9D6-3403E2DDB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7F817-5F87-4B93-9C2C-8737334CD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198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8A457C-DA3C-1671-15E3-726DA34934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36" b="13752"/>
          <a:stretch/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1A5249D-898B-7E27-0B1D-2361B88B8D24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4B9C56-9A06-BD1D-2C99-A947856DE7DB}"/>
              </a:ext>
            </a:extLst>
          </p:cNvPr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6BE32D-FBB6-A8F4-DB64-A2C2EE55B8AF}"/>
              </a:ext>
            </a:extLst>
          </p:cNvPr>
          <p:cNvSpPr/>
          <p:nvPr/>
        </p:nvSpPr>
        <p:spPr>
          <a:xfrm>
            <a:off x="9445752" y="0"/>
            <a:ext cx="27432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AB5944-219A-D93A-AFDA-53F3DF19323C}"/>
              </a:ext>
            </a:extLst>
          </p:cNvPr>
          <p:cNvCxnSpPr>
            <a:cxnSpLocks/>
          </p:cNvCxnSpPr>
          <p:nvPr/>
        </p:nvCxnSpPr>
        <p:spPr>
          <a:xfrm>
            <a:off x="9666415" y="1581912"/>
            <a:ext cx="2286000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7B0BDA-BD9D-E8CB-9FFF-CDF3595116E8}"/>
              </a:ext>
            </a:extLst>
          </p:cNvPr>
          <p:cNvCxnSpPr>
            <a:cxnSpLocks/>
          </p:cNvCxnSpPr>
          <p:nvPr/>
        </p:nvCxnSpPr>
        <p:spPr>
          <a:xfrm>
            <a:off x="9666415" y="3149429"/>
            <a:ext cx="2286000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395F159-4C8C-D35A-4781-4AC66519618D}"/>
              </a:ext>
            </a:extLst>
          </p:cNvPr>
          <p:cNvCxnSpPr>
            <a:cxnSpLocks/>
          </p:cNvCxnSpPr>
          <p:nvPr/>
        </p:nvCxnSpPr>
        <p:spPr>
          <a:xfrm>
            <a:off x="9666415" y="4707214"/>
            <a:ext cx="2286000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A7EA83D7-98A5-2F96-E1B5-38341454D5B8}"/>
              </a:ext>
            </a:extLst>
          </p:cNvPr>
          <p:cNvSpPr/>
          <p:nvPr/>
        </p:nvSpPr>
        <p:spPr>
          <a:xfrm>
            <a:off x="293676" y="0"/>
            <a:ext cx="822960" cy="40233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24010F9-884E-A8E0-694D-56538D28F54F}"/>
              </a:ext>
            </a:extLst>
          </p:cNvPr>
          <p:cNvSpPr/>
          <p:nvPr/>
        </p:nvSpPr>
        <p:spPr>
          <a:xfrm>
            <a:off x="293676" y="0"/>
            <a:ext cx="822960" cy="73152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13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780693B-08F3-3554-6862-EC781AAD9C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36" b="13752"/>
          <a:stretch/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653482C-A246-F967-A449-758280B5D811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8F0169-51BE-BC3D-780B-3F7D9977F35F}"/>
              </a:ext>
            </a:extLst>
          </p:cNvPr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5F602B-F813-C297-EA1A-D136C78CCF70}"/>
              </a:ext>
            </a:extLst>
          </p:cNvPr>
          <p:cNvSpPr/>
          <p:nvPr/>
        </p:nvSpPr>
        <p:spPr>
          <a:xfrm>
            <a:off x="9448800" y="0"/>
            <a:ext cx="27432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B5A8B32-7470-2B65-76FA-BC038CEB4900}"/>
              </a:ext>
            </a:extLst>
          </p:cNvPr>
          <p:cNvCxnSpPr>
            <a:cxnSpLocks/>
          </p:cNvCxnSpPr>
          <p:nvPr/>
        </p:nvCxnSpPr>
        <p:spPr>
          <a:xfrm>
            <a:off x="9661234" y="1609622"/>
            <a:ext cx="2286000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120970-3815-0A33-B769-CE5D7096E79D}"/>
              </a:ext>
            </a:extLst>
          </p:cNvPr>
          <p:cNvCxnSpPr>
            <a:cxnSpLocks/>
          </p:cNvCxnSpPr>
          <p:nvPr/>
        </p:nvCxnSpPr>
        <p:spPr>
          <a:xfrm>
            <a:off x="9661234" y="3191534"/>
            <a:ext cx="2286000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0C11328-C252-4906-CFB6-633CF272BFE6}"/>
              </a:ext>
            </a:extLst>
          </p:cNvPr>
          <p:cNvCxnSpPr>
            <a:cxnSpLocks/>
          </p:cNvCxnSpPr>
          <p:nvPr/>
        </p:nvCxnSpPr>
        <p:spPr>
          <a:xfrm>
            <a:off x="9661234" y="4812888"/>
            <a:ext cx="2286000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660E548-DE9F-F7EF-FE90-9C93D5E89425}"/>
              </a:ext>
            </a:extLst>
          </p:cNvPr>
          <p:cNvSpPr/>
          <p:nvPr/>
        </p:nvSpPr>
        <p:spPr>
          <a:xfrm>
            <a:off x="263860" y="0"/>
            <a:ext cx="822960" cy="3657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189C722-9277-C5EE-FC04-9BCB9658DB5A}"/>
              </a:ext>
            </a:extLst>
          </p:cNvPr>
          <p:cNvSpPr/>
          <p:nvPr/>
        </p:nvSpPr>
        <p:spPr>
          <a:xfrm>
            <a:off x="263860" y="0"/>
            <a:ext cx="822960" cy="73152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69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EA7A63B-8674-2D6C-C39D-B7844C2B33BF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334890-3C5D-EDF9-48F6-E1E13B2D6130}"/>
              </a:ext>
            </a:extLst>
          </p:cNvPr>
          <p:cNvSpPr/>
          <p:nvPr/>
        </p:nvSpPr>
        <p:spPr>
          <a:xfrm>
            <a:off x="0" y="-1"/>
            <a:ext cx="12188952" cy="233172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F817A52-1FCD-69EE-75C8-3C74DADB554C}"/>
              </a:ext>
            </a:extLst>
          </p:cNvPr>
          <p:cNvSpPr/>
          <p:nvPr/>
        </p:nvSpPr>
        <p:spPr>
          <a:xfrm>
            <a:off x="243840" y="228600"/>
            <a:ext cx="11612880" cy="6400800"/>
          </a:xfrm>
          <a:prstGeom prst="roundRect">
            <a:avLst>
              <a:gd name="adj" fmla="val 446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066588D-D13A-95B6-9ADE-E7DBFF3F118F}"/>
              </a:ext>
            </a:extLst>
          </p:cNvPr>
          <p:cNvSpPr/>
          <p:nvPr/>
        </p:nvSpPr>
        <p:spPr>
          <a:xfrm>
            <a:off x="1734718" y="228600"/>
            <a:ext cx="10058400" cy="6400800"/>
          </a:xfrm>
          <a:prstGeom prst="roundRect">
            <a:avLst>
              <a:gd name="adj" fmla="val 4467"/>
            </a:avLst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E40872-6AAA-D2DE-1C4B-50A732B6B57E}"/>
              </a:ext>
            </a:extLst>
          </p:cNvPr>
          <p:cNvSpPr/>
          <p:nvPr/>
        </p:nvSpPr>
        <p:spPr>
          <a:xfrm>
            <a:off x="1844040" y="228600"/>
            <a:ext cx="1294844" cy="6400800"/>
          </a:xfrm>
          <a:prstGeom prst="rect">
            <a:avLst/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628BC73-3692-4925-AF19-B3647F2D4288}"/>
              </a:ext>
            </a:extLst>
          </p:cNvPr>
          <p:cNvSpPr/>
          <p:nvPr/>
        </p:nvSpPr>
        <p:spPr>
          <a:xfrm>
            <a:off x="243840" y="228600"/>
            <a:ext cx="11658600" cy="640080"/>
          </a:xfrm>
          <a:prstGeom prst="roundRect">
            <a:avLst>
              <a:gd name="adj" fmla="val 42006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EE27BF-2E96-CB88-4871-AE45CD705571}"/>
              </a:ext>
            </a:extLst>
          </p:cNvPr>
          <p:cNvSpPr/>
          <p:nvPr/>
        </p:nvSpPr>
        <p:spPr>
          <a:xfrm>
            <a:off x="243840" y="564325"/>
            <a:ext cx="11658600" cy="30435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B60FDB4-070B-1456-330F-240CE68E361B}"/>
              </a:ext>
            </a:extLst>
          </p:cNvPr>
          <p:cNvSpPr/>
          <p:nvPr/>
        </p:nvSpPr>
        <p:spPr>
          <a:xfrm>
            <a:off x="1997393" y="998167"/>
            <a:ext cx="1508760" cy="1097280"/>
          </a:xfrm>
          <a:prstGeom prst="roundRect">
            <a:avLst>
              <a:gd name="adj" fmla="val 7543"/>
            </a:avLst>
          </a:prstGeom>
          <a:solidFill>
            <a:schemeClr val="bg1"/>
          </a:solidFill>
          <a:ln>
            <a:noFill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00D05AD-D16C-9818-954C-6F965E1EF729}"/>
              </a:ext>
            </a:extLst>
          </p:cNvPr>
          <p:cNvSpPr/>
          <p:nvPr/>
        </p:nvSpPr>
        <p:spPr>
          <a:xfrm>
            <a:off x="1997393" y="2247290"/>
            <a:ext cx="3154680" cy="2057400"/>
          </a:xfrm>
          <a:prstGeom prst="roundRect">
            <a:avLst>
              <a:gd name="adj" fmla="val 7543"/>
            </a:avLst>
          </a:prstGeom>
          <a:solidFill>
            <a:schemeClr val="bg1"/>
          </a:solidFill>
          <a:ln>
            <a:noFill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407267E-FEEB-ADE6-62C0-3C3EAC56C295}"/>
              </a:ext>
            </a:extLst>
          </p:cNvPr>
          <p:cNvSpPr/>
          <p:nvPr/>
        </p:nvSpPr>
        <p:spPr>
          <a:xfrm>
            <a:off x="1996639" y="4449522"/>
            <a:ext cx="2651760" cy="2057400"/>
          </a:xfrm>
          <a:prstGeom prst="roundRect">
            <a:avLst>
              <a:gd name="adj" fmla="val 7543"/>
            </a:avLst>
          </a:prstGeom>
          <a:solidFill>
            <a:schemeClr val="bg1"/>
          </a:solidFill>
          <a:ln>
            <a:noFill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208364F-60EE-4DA9-F5AE-A4838992B83F}"/>
              </a:ext>
            </a:extLst>
          </p:cNvPr>
          <p:cNvSpPr/>
          <p:nvPr/>
        </p:nvSpPr>
        <p:spPr>
          <a:xfrm>
            <a:off x="8607618" y="1005178"/>
            <a:ext cx="1508760" cy="1097280"/>
          </a:xfrm>
          <a:prstGeom prst="roundRect">
            <a:avLst>
              <a:gd name="adj" fmla="val 7543"/>
            </a:avLst>
          </a:prstGeom>
          <a:solidFill>
            <a:schemeClr val="bg1"/>
          </a:solidFill>
          <a:ln>
            <a:noFill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8AD1A9C-61BF-A101-A55F-175804C8533C}"/>
              </a:ext>
            </a:extLst>
          </p:cNvPr>
          <p:cNvSpPr/>
          <p:nvPr/>
        </p:nvSpPr>
        <p:spPr>
          <a:xfrm>
            <a:off x="10260212" y="1005178"/>
            <a:ext cx="1508760" cy="1097280"/>
          </a:xfrm>
          <a:prstGeom prst="roundRect">
            <a:avLst>
              <a:gd name="adj" fmla="val 7543"/>
            </a:avLst>
          </a:prstGeom>
          <a:solidFill>
            <a:schemeClr val="bg1"/>
          </a:solidFill>
          <a:ln>
            <a:noFill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852B9B7-13EF-D6C5-3742-3129D9B08E19}"/>
              </a:ext>
            </a:extLst>
          </p:cNvPr>
          <p:cNvSpPr/>
          <p:nvPr/>
        </p:nvSpPr>
        <p:spPr>
          <a:xfrm>
            <a:off x="2015538" y="1005178"/>
            <a:ext cx="1508760" cy="1097280"/>
          </a:xfrm>
          <a:prstGeom prst="roundRect">
            <a:avLst>
              <a:gd name="adj" fmla="val 7543"/>
            </a:avLst>
          </a:prstGeom>
          <a:solidFill>
            <a:schemeClr val="bg1"/>
          </a:solidFill>
          <a:ln>
            <a:noFill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3C2860A-B28B-EDD9-9EBC-BCE85D73ADE2}"/>
              </a:ext>
            </a:extLst>
          </p:cNvPr>
          <p:cNvSpPr/>
          <p:nvPr/>
        </p:nvSpPr>
        <p:spPr>
          <a:xfrm>
            <a:off x="3663558" y="1005178"/>
            <a:ext cx="1508760" cy="1097280"/>
          </a:xfrm>
          <a:prstGeom prst="roundRect">
            <a:avLst>
              <a:gd name="adj" fmla="val 7543"/>
            </a:avLst>
          </a:prstGeom>
          <a:solidFill>
            <a:schemeClr val="bg1"/>
          </a:solidFill>
          <a:ln>
            <a:noFill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7D72A27-D342-2166-7070-E75862916B43}"/>
              </a:ext>
            </a:extLst>
          </p:cNvPr>
          <p:cNvSpPr/>
          <p:nvPr/>
        </p:nvSpPr>
        <p:spPr>
          <a:xfrm>
            <a:off x="5311578" y="1005178"/>
            <a:ext cx="1508760" cy="1097280"/>
          </a:xfrm>
          <a:prstGeom prst="roundRect">
            <a:avLst>
              <a:gd name="adj" fmla="val 7543"/>
            </a:avLst>
          </a:prstGeom>
          <a:solidFill>
            <a:schemeClr val="bg1"/>
          </a:solidFill>
          <a:ln>
            <a:noFill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E621E55-34A5-80D5-53E0-7C5333D298AA}"/>
              </a:ext>
            </a:extLst>
          </p:cNvPr>
          <p:cNvSpPr/>
          <p:nvPr/>
        </p:nvSpPr>
        <p:spPr>
          <a:xfrm>
            <a:off x="6959598" y="1005178"/>
            <a:ext cx="1508760" cy="1097280"/>
          </a:xfrm>
          <a:prstGeom prst="roundRect">
            <a:avLst>
              <a:gd name="adj" fmla="val 7543"/>
            </a:avLst>
          </a:prstGeom>
          <a:solidFill>
            <a:schemeClr val="bg1"/>
          </a:solidFill>
          <a:ln>
            <a:noFill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1B8AB84-300F-C0CA-27FA-A7FB240DCEF0}"/>
              </a:ext>
            </a:extLst>
          </p:cNvPr>
          <p:cNvSpPr/>
          <p:nvPr/>
        </p:nvSpPr>
        <p:spPr>
          <a:xfrm>
            <a:off x="8614292" y="2247290"/>
            <a:ext cx="3154680" cy="2057400"/>
          </a:xfrm>
          <a:prstGeom prst="roundRect">
            <a:avLst>
              <a:gd name="adj" fmla="val 7543"/>
            </a:avLst>
          </a:prstGeom>
          <a:solidFill>
            <a:schemeClr val="bg1"/>
          </a:solidFill>
          <a:ln>
            <a:noFill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A993279-A9EF-60FA-BA52-DE35A0EAE0C6}"/>
              </a:ext>
            </a:extLst>
          </p:cNvPr>
          <p:cNvSpPr/>
          <p:nvPr/>
        </p:nvSpPr>
        <p:spPr>
          <a:xfrm>
            <a:off x="5305843" y="2247290"/>
            <a:ext cx="3154680" cy="2057400"/>
          </a:xfrm>
          <a:prstGeom prst="roundRect">
            <a:avLst>
              <a:gd name="adj" fmla="val 7543"/>
            </a:avLst>
          </a:prstGeom>
          <a:solidFill>
            <a:schemeClr val="bg1"/>
          </a:solidFill>
          <a:ln>
            <a:noFill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7A18E26-A55C-9973-54E6-E48A0253B3A2}"/>
              </a:ext>
            </a:extLst>
          </p:cNvPr>
          <p:cNvSpPr/>
          <p:nvPr/>
        </p:nvSpPr>
        <p:spPr>
          <a:xfrm>
            <a:off x="4801244" y="4449522"/>
            <a:ext cx="6967728" cy="2057400"/>
          </a:xfrm>
          <a:prstGeom prst="roundRect">
            <a:avLst>
              <a:gd name="adj" fmla="val 7543"/>
            </a:avLst>
          </a:prstGeom>
          <a:solidFill>
            <a:schemeClr val="bg1"/>
          </a:solidFill>
          <a:ln>
            <a:noFill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318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EA7A63B-8674-2D6C-C39D-B7844C2B33BF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BFB6B5-84C9-7C09-0A76-50D79C24602B}"/>
              </a:ext>
            </a:extLst>
          </p:cNvPr>
          <p:cNvSpPr/>
          <p:nvPr/>
        </p:nvSpPr>
        <p:spPr>
          <a:xfrm>
            <a:off x="0" y="-1"/>
            <a:ext cx="12188952" cy="233172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84F3EA-A732-A165-D62E-4216C68B79E5}"/>
              </a:ext>
            </a:extLst>
          </p:cNvPr>
          <p:cNvSpPr/>
          <p:nvPr/>
        </p:nvSpPr>
        <p:spPr>
          <a:xfrm>
            <a:off x="266700" y="228600"/>
            <a:ext cx="11658600" cy="6400800"/>
          </a:xfrm>
          <a:prstGeom prst="roundRect">
            <a:avLst>
              <a:gd name="adj" fmla="val 4401"/>
            </a:avLst>
          </a:prstGeom>
          <a:solidFill>
            <a:schemeClr val="bg1"/>
          </a:solidFill>
          <a:ln>
            <a:noFill/>
          </a:ln>
          <a:effectLst>
            <a:outerShdw blurRad="317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0F0152F-2EEC-8DD3-8819-FABD18E0A94A}"/>
              </a:ext>
            </a:extLst>
          </p:cNvPr>
          <p:cNvSpPr/>
          <p:nvPr/>
        </p:nvSpPr>
        <p:spPr>
          <a:xfrm>
            <a:off x="1866900" y="228600"/>
            <a:ext cx="10058400" cy="6400800"/>
          </a:xfrm>
          <a:prstGeom prst="roundRect">
            <a:avLst>
              <a:gd name="adj" fmla="val 4401"/>
            </a:avLst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92F5CE-26B7-D818-0896-E7A587984600}"/>
              </a:ext>
            </a:extLst>
          </p:cNvPr>
          <p:cNvSpPr/>
          <p:nvPr/>
        </p:nvSpPr>
        <p:spPr>
          <a:xfrm>
            <a:off x="1866900" y="228600"/>
            <a:ext cx="1736436" cy="6400800"/>
          </a:xfrm>
          <a:prstGeom prst="rect">
            <a:avLst/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BEC79BB-B76D-F1E4-8B01-B48B48D003D1}"/>
              </a:ext>
            </a:extLst>
          </p:cNvPr>
          <p:cNvSpPr/>
          <p:nvPr/>
        </p:nvSpPr>
        <p:spPr>
          <a:xfrm>
            <a:off x="266700" y="228600"/>
            <a:ext cx="11658600" cy="640080"/>
          </a:xfrm>
          <a:prstGeom prst="roundRect">
            <a:avLst>
              <a:gd name="adj" fmla="val 34704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6AC768-A43A-0F32-1770-4FB08255FE28}"/>
              </a:ext>
            </a:extLst>
          </p:cNvPr>
          <p:cNvSpPr/>
          <p:nvPr/>
        </p:nvSpPr>
        <p:spPr>
          <a:xfrm>
            <a:off x="266700" y="502920"/>
            <a:ext cx="116586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E9A9C4-1247-0927-96F7-88D620CAEFFB}"/>
              </a:ext>
            </a:extLst>
          </p:cNvPr>
          <p:cNvSpPr/>
          <p:nvPr/>
        </p:nvSpPr>
        <p:spPr>
          <a:xfrm>
            <a:off x="2019517" y="1010230"/>
            <a:ext cx="150876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6F7C572-D875-D4DF-2AD6-B240ADDC639E}"/>
              </a:ext>
            </a:extLst>
          </p:cNvPr>
          <p:cNvSpPr/>
          <p:nvPr/>
        </p:nvSpPr>
        <p:spPr>
          <a:xfrm>
            <a:off x="2019517" y="2268842"/>
            <a:ext cx="315468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9AA127B-B7D2-1185-3F9B-63DCBA0D61F1}"/>
              </a:ext>
            </a:extLst>
          </p:cNvPr>
          <p:cNvSpPr/>
          <p:nvPr/>
        </p:nvSpPr>
        <p:spPr>
          <a:xfrm>
            <a:off x="2019517" y="4441854"/>
            <a:ext cx="265176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1D2CCF8-2B81-7C9D-D922-7A3E6C221AB4}"/>
              </a:ext>
            </a:extLst>
          </p:cNvPr>
          <p:cNvSpPr/>
          <p:nvPr/>
        </p:nvSpPr>
        <p:spPr>
          <a:xfrm>
            <a:off x="3670855" y="1010230"/>
            <a:ext cx="150876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DA7C13A-0203-80EE-8480-1A8452761E65}"/>
              </a:ext>
            </a:extLst>
          </p:cNvPr>
          <p:cNvSpPr/>
          <p:nvPr/>
        </p:nvSpPr>
        <p:spPr>
          <a:xfrm>
            <a:off x="5322193" y="1010230"/>
            <a:ext cx="150876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85D5637-449F-FEBD-F0A8-62882F24E394}"/>
              </a:ext>
            </a:extLst>
          </p:cNvPr>
          <p:cNvSpPr/>
          <p:nvPr/>
        </p:nvSpPr>
        <p:spPr>
          <a:xfrm>
            <a:off x="6973531" y="1010230"/>
            <a:ext cx="150876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AD7DD1A-7280-7A3B-3719-E627674F8548}"/>
              </a:ext>
            </a:extLst>
          </p:cNvPr>
          <p:cNvSpPr/>
          <p:nvPr/>
        </p:nvSpPr>
        <p:spPr>
          <a:xfrm>
            <a:off x="8624869" y="1010230"/>
            <a:ext cx="150876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F0B2ADE-7720-9B9A-A719-C38FB1E15439}"/>
              </a:ext>
            </a:extLst>
          </p:cNvPr>
          <p:cNvSpPr/>
          <p:nvPr/>
        </p:nvSpPr>
        <p:spPr>
          <a:xfrm>
            <a:off x="10276207" y="1010230"/>
            <a:ext cx="1508760" cy="11430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C5E119-C26C-5B6A-5CFF-0D23D7D8F661}"/>
              </a:ext>
            </a:extLst>
          </p:cNvPr>
          <p:cNvSpPr/>
          <p:nvPr/>
        </p:nvSpPr>
        <p:spPr>
          <a:xfrm>
            <a:off x="5324902" y="2268842"/>
            <a:ext cx="315468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521DD32-F3F5-4F0A-F171-9EFDB27B83FF}"/>
              </a:ext>
            </a:extLst>
          </p:cNvPr>
          <p:cNvSpPr/>
          <p:nvPr/>
        </p:nvSpPr>
        <p:spPr>
          <a:xfrm>
            <a:off x="8630287" y="2268842"/>
            <a:ext cx="3154680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ECD61EC-0D70-D6D7-23CC-2F63B913CE75}"/>
              </a:ext>
            </a:extLst>
          </p:cNvPr>
          <p:cNvSpPr/>
          <p:nvPr/>
        </p:nvSpPr>
        <p:spPr>
          <a:xfrm>
            <a:off x="4817239" y="4441854"/>
            <a:ext cx="6967728" cy="2057400"/>
          </a:xfrm>
          <a:prstGeom prst="roundRect">
            <a:avLst>
              <a:gd name="adj" fmla="val 939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594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EA7A63B-8674-2D6C-C39D-B7844C2B33BF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BFB6B5-84C9-7C09-0A76-50D79C24602B}"/>
              </a:ext>
            </a:extLst>
          </p:cNvPr>
          <p:cNvSpPr/>
          <p:nvPr/>
        </p:nvSpPr>
        <p:spPr>
          <a:xfrm>
            <a:off x="0" y="-1"/>
            <a:ext cx="12188952" cy="233172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84F3EA-A732-A165-D62E-4216C68B79E5}"/>
              </a:ext>
            </a:extLst>
          </p:cNvPr>
          <p:cNvSpPr/>
          <p:nvPr/>
        </p:nvSpPr>
        <p:spPr>
          <a:xfrm>
            <a:off x="266700" y="228600"/>
            <a:ext cx="11658600" cy="6400800"/>
          </a:xfrm>
          <a:prstGeom prst="roundRect">
            <a:avLst>
              <a:gd name="adj" fmla="val 4401"/>
            </a:avLst>
          </a:prstGeom>
          <a:solidFill>
            <a:schemeClr val="bg1"/>
          </a:solidFill>
          <a:ln>
            <a:noFill/>
          </a:ln>
          <a:effectLst>
            <a:outerShdw blurRad="317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0F0152F-2EEC-8DD3-8819-FABD18E0A94A}"/>
              </a:ext>
            </a:extLst>
          </p:cNvPr>
          <p:cNvSpPr/>
          <p:nvPr/>
        </p:nvSpPr>
        <p:spPr>
          <a:xfrm>
            <a:off x="1866900" y="302019"/>
            <a:ext cx="10058400" cy="6400800"/>
          </a:xfrm>
          <a:prstGeom prst="roundRect">
            <a:avLst>
              <a:gd name="adj" fmla="val 4401"/>
            </a:avLst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92F5CE-26B7-D818-0896-E7A587984600}"/>
              </a:ext>
            </a:extLst>
          </p:cNvPr>
          <p:cNvSpPr/>
          <p:nvPr/>
        </p:nvSpPr>
        <p:spPr>
          <a:xfrm>
            <a:off x="1866900" y="228600"/>
            <a:ext cx="1736436" cy="6400800"/>
          </a:xfrm>
          <a:prstGeom prst="rect">
            <a:avLst/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BEC79BB-B76D-F1E4-8B01-B48B48D003D1}"/>
              </a:ext>
            </a:extLst>
          </p:cNvPr>
          <p:cNvSpPr/>
          <p:nvPr/>
        </p:nvSpPr>
        <p:spPr>
          <a:xfrm>
            <a:off x="266700" y="228600"/>
            <a:ext cx="11658600" cy="640080"/>
          </a:xfrm>
          <a:prstGeom prst="roundRect">
            <a:avLst>
              <a:gd name="adj" fmla="val 34704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6AC768-A43A-0F32-1770-4FB08255FE28}"/>
              </a:ext>
            </a:extLst>
          </p:cNvPr>
          <p:cNvSpPr/>
          <p:nvPr/>
        </p:nvSpPr>
        <p:spPr>
          <a:xfrm>
            <a:off x="266700" y="502920"/>
            <a:ext cx="116586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B28E566-5C52-D9B2-7003-69F4C74E4F25}"/>
              </a:ext>
            </a:extLst>
          </p:cNvPr>
          <p:cNvSpPr/>
          <p:nvPr/>
        </p:nvSpPr>
        <p:spPr>
          <a:xfrm>
            <a:off x="2127684" y="1097280"/>
            <a:ext cx="4663440" cy="2560320"/>
          </a:xfrm>
          <a:prstGeom prst="roundRect">
            <a:avLst>
              <a:gd name="adj" fmla="val 464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F443CE4-8857-9BD7-BB77-D31C5D21F31E}"/>
              </a:ext>
            </a:extLst>
          </p:cNvPr>
          <p:cNvSpPr/>
          <p:nvPr/>
        </p:nvSpPr>
        <p:spPr>
          <a:xfrm>
            <a:off x="7026492" y="1097280"/>
            <a:ext cx="4663440" cy="2560320"/>
          </a:xfrm>
          <a:prstGeom prst="roundRect">
            <a:avLst>
              <a:gd name="adj" fmla="val 464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03F62F3-FD1F-0CF0-42EB-6E2C1D4D5ADB}"/>
              </a:ext>
            </a:extLst>
          </p:cNvPr>
          <p:cNvSpPr/>
          <p:nvPr/>
        </p:nvSpPr>
        <p:spPr>
          <a:xfrm>
            <a:off x="2127684" y="3863340"/>
            <a:ext cx="4663440" cy="2560320"/>
          </a:xfrm>
          <a:prstGeom prst="roundRect">
            <a:avLst>
              <a:gd name="adj" fmla="val 464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FC01140-55EA-3A1C-4D92-A681405FAB4A}"/>
              </a:ext>
            </a:extLst>
          </p:cNvPr>
          <p:cNvSpPr/>
          <p:nvPr/>
        </p:nvSpPr>
        <p:spPr>
          <a:xfrm>
            <a:off x="7026492" y="3863340"/>
            <a:ext cx="4663440" cy="2560320"/>
          </a:xfrm>
          <a:prstGeom prst="roundRect">
            <a:avLst>
              <a:gd name="adj" fmla="val 464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185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EA7A63B-8674-2D6C-C39D-B7844C2B33BF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BFB6B5-84C9-7C09-0A76-50D79C24602B}"/>
              </a:ext>
            </a:extLst>
          </p:cNvPr>
          <p:cNvSpPr/>
          <p:nvPr/>
        </p:nvSpPr>
        <p:spPr>
          <a:xfrm>
            <a:off x="0" y="-1"/>
            <a:ext cx="12188952" cy="233172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84F3EA-A732-A165-D62E-4216C68B79E5}"/>
              </a:ext>
            </a:extLst>
          </p:cNvPr>
          <p:cNvSpPr/>
          <p:nvPr/>
        </p:nvSpPr>
        <p:spPr>
          <a:xfrm>
            <a:off x="266700" y="228600"/>
            <a:ext cx="11658600" cy="6400800"/>
          </a:xfrm>
          <a:prstGeom prst="roundRect">
            <a:avLst>
              <a:gd name="adj" fmla="val 4401"/>
            </a:avLst>
          </a:prstGeom>
          <a:solidFill>
            <a:schemeClr val="bg1"/>
          </a:solidFill>
          <a:ln>
            <a:noFill/>
          </a:ln>
          <a:effectLst>
            <a:outerShdw blurRad="317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0F0152F-2EEC-8DD3-8819-FABD18E0A94A}"/>
              </a:ext>
            </a:extLst>
          </p:cNvPr>
          <p:cNvSpPr/>
          <p:nvPr/>
        </p:nvSpPr>
        <p:spPr>
          <a:xfrm>
            <a:off x="1866900" y="228600"/>
            <a:ext cx="10058400" cy="6400800"/>
          </a:xfrm>
          <a:prstGeom prst="roundRect">
            <a:avLst>
              <a:gd name="adj" fmla="val 4401"/>
            </a:avLst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92F5CE-26B7-D818-0896-E7A587984600}"/>
              </a:ext>
            </a:extLst>
          </p:cNvPr>
          <p:cNvSpPr/>
          <p:nvPr/>
        </p:nvSpPr>
        <p:spPr>
          <a:xfrm>
            <a:off x="1866900" y="228600"/>
            <a:ext cx="1736436" cy="6400800"/>
          </a:xfrm>
          <a:prstGeom prst="rect">
            <a:avLst/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BEC79BB-B76D-F1E4-8B01-B48B48D003D1}"/>
              </a:ext>
            </a:extLst>
          </p:cNvPr>
          <p:cNvSpPr/>
          <p:nvPr/>
        </p:nvSpPr>
        <p:spPr>
          <a:xfrm>
            <a:off x="266700" y="228600"/>
            <a:ext cx="11658600" cy="640080"/>
          </a:xfrm>
          <a:prstGeom prst="roundRect">
            <a:avLst>
              <a:gd name="adj" fmla="val 34704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6AC768-A43A-0F32-1770-4FB08255FE28}"/>
              </a:ext>
            </a:extLst>
          </p:cNvPr>
          <p:cNvSpPr/>
          <p:nvPr/>
        </p:nvSpPr>
        <p:spPr>
          <a:xfrm>
            <a:off x="266700" y="502920"/>
            <a:ext cx="116586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B28E566-5C52-D9B2-7003-69F4C74E4F25}"/>
              </a:ext>
            </a:extLst>
          </p:cNvPr>
          <p:cNvSpPr/>
          <p:nvPr/>
        </p:nvSpPr>
        <p:spPr>
          <a:xfrm>
            <a:off x="2109355" y="1077096"/>
            <a:ext cx="4663440" cy="2559722"/>
          </a:xfrm>
          <a:prstGeom prst="roundRect">
            <a:avLst>
              <a:gd name="adj" fmla="val 464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1B24189-BB54-070A-DEBC-C95F67295E50}"/>
              </a:ext>
            </a:extLst>
          </p:cNvPr>
          <p:cNvSpPr/>
          <p:nvPr/>
        </p:nvSpPr>
        <p:spPr>
          <a:xfrm>
            <a:off x="7010827" y="1101436"/>
            <a:ext cx="4663440" cy="2559722"/>
          </a:xfrm>
          <a:prstGeom prst="roundRect">
            <a:avLst>
              <a:gd name="adj" fmla="val 464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4AC306E-1625-154A-265D-7D45EE3030F8}"/>
              </a:ext>
            </a:extLst>
          </p:cNvPr>
          <p:cNvSpPr/>
          <p:nvPr/>
        </p:nvSpPr>
        <p:spPr>
          <a:xfrm>
            <a:off x="7010827" y="3865418"/>
            <a:ext cx="4663440" cy="2559722"/>
          </a:xfrm>
          <a:prstGeom prst="roundRect">
            <a:avLst>
              <a:gd name="adj" fmla="val 464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ED93352-566F-C22D-3F39-64DC8F807A48}"/>
              </a:ext>
            </a:extLst>
          </p:cNvPr>
          <p:cNvSpPr/>
          <p:nvPr/>
        </p:nvSpPr>
        <p:spPr>
          <a:xfrm>
            <a:off x="2109355" y="3865418"/>
            <a:ext cx="4663440" cy="2559722"/>
          </a:xfrm>
          <a:prstGeom prst="roundRect">
            <a:avLst>
              <a:gd name="adj" fmla="val 464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697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EA7A63B-8674-2D6C-C39D-B7844C2B33BF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BFB6B5-84C9-7C09-0A76-50D79C24602B}"/>
              </a:ext>
            </a:extLst>
          </p:cNvPr>
          <p:cNvSpPr/>
          <p:nvPr/>
        </p:nvSpPr>
        <p:spPr>
          <a:xfrm>
            <a:off x="0" y="-1"/>
            <a:ext cx="12188952" cy="233172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84F3EA-A732-A165-D62E-4216C68B79E5}"/>
              </a:ext>
            </a:extLst>
          </p:cNvPr>
          <p:cNvSpPr/>
          <p:nvPr/>
        </p:nvSpPr>
        <p:spPr>
          <a:xfrm>
            <a:off x="266700" y="228600"/>
            <a:ext cx="11658600" cy="6400800"/>
          </a:xfrm>
          <a:prstGeom prst="roundRect">
            <a:avLst>
              <a:gd name="adj" fmla="val 4401"/>
            </a:avLst>
          </a:prstGeom>
          <a:solidFill>
            <a:schemeClr val="bg1"/>
          </a:solidFill>
          <a:ln>
            <a:noFill/>
          </a:ln>
          <a:effectLst>
            <a:outerShdw blurRad="317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0F0152F-2EEC-8DD3-8819-FABD18E0A94A}"/>
              </a:ext>
            </a:extLst>
          </p:cNvPr>
          <p:cNvSpPr/>
          <p:nvPr/>
        </p:nvSpPr>
        <p:spPr>
          <a:xfrm>
            <a:off x="1866900" y="228600"/>
            <a:ext cx="10058400" cy="6400800"/>
          </a:xfrm>
          <a:prstGeom prst="roundRect">
            <a:avLst>
              <a:gd name="adj" fmla="val 4401"/>
            </a:avLst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92F5CE-26B7-D818-0896-E7A587984600}"/>
              </a:ext>
            </a:extLst>
          </p:cNvPr>
          <p:cNvSpPr/>
          <p:nvPr/>
        </p:nvSpPr>
        <p:spPr>
          <a:xfrm>
            <a:off x="1866900" y="228600"/>
            <a:ext cx="1736436" cy="6400800"/>
          </a:xfrm>
          <a:prstGeom prst="rect">
            <a:avLst/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BEC79BB-B76D-F1E4-8B01-B48B48D003D1}"/>
              </a:ext>
            </a:extLst>
          </p:cNvPr>
          <p:cNvSpPr/>
          <p:nvPr/>
        </p:nvSpPr>
        <p:spPr>
          <a:xfrm>
            <a:off x="266700" y="228600"/>
            <a:ext cx="11658600" cy="640080"/>
          </a:xfrm>
          <a:prstGeom prst="roundRect">
            <a:avLst>
              <a:gd name="adj" fmla="val 34704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6AC768-A43A-0F32-1770-4FB08255FE28}"/>
              </a:ext>
            </a:extLst>
          </p:cNvPr>
          <p:cNvSpPr/>
          <p:nvPr/>
        </p:nvSpPr>
        <p:spPr>
          <a:xfrm>
            <a:off x="266700" y="502920"/>
            <a:ext cx="116586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DF1B17A-405F-16FA-90C7-72203CE2208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36" t="22998" b="38808"/>
          <a:stretch>
            <a:fillRect/>
          </a:stretch>
        </p:blipFill>
        <p:spPr>
          <a:xfrm>
            <a:off x="1866900" y="868680"/>
            <a:ext cx="10058400" cy="239874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0FAAC96-7177-2FFD-AA28-448EB5F06FB8}"/>
              </a:ext>
            </a:extLst>
          </p:cNvPr>
          <p:cNvSpPr/>
          <p:nvPr/>
        </p:nvSpPr>
        <p:spPr>
          <a:xfrm>
            <a:off x="1866900" y="868680"/>
            <a:ext cx="10058400" cy="2395728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B1ABDF5-483E-60A6-3ECA-9DC0DB8788FC}"/>
              </a:ext>
            </a:extLst>
          </p:cNvPr>
          <p:cNvSpPr/>
          <p:nvPr/>
        </p:nvSpPr>
        <p:spPr>
          <a:xfrm>
            <a:off x="2162752" y="3493008"/>
            <a:ext cx="2651760" cy="2743200"/>
          </a:xfrm>
          <a:prstGeom prst="roundRect">
            <a:avLst>
              <a:gd name="adj" fmla="val 464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7B2E401-6BFB-8800-5C96-994786F06C48}"/>
              </a:ext>
            </a:extLst>
          </p:cNvPr>
          <p:cNvSpPr/>
          <p:nvPr/>
        </p:nvSpPr>
        <p:spPr>
          <a:xfrm>
            <a:off x="8793538" y="3493008"/>
            <a:ext cx="2651760" cy="2743200"/>
          </a:xfrm>
          <a:prstGeom prst="roundRect">
            <a:avLst>
              <a:gd name="adj" fmla="val 464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A23A52C-E5B4-B99C-6D35-42CC0480903C}"/>
              </a:ext>
            </a:extLst>
          </p:cNvPr>
          <p:cNvSpPr/>
          <p:nvPr/>
        </p:nvSpPr>
        <p:spPr>
          <a:xfrm>
            <a:off x="5478145" y="3493008"/>
            <a:ext cx="2651760" cy="2743200"/>
          </a:xfrm>
          <a:prstGeom prst="roundRect">
            <a:avLst>
              <a:gd name="adj" fmla="val 464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94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EA7A63B-8674-2D6C-C39D-B7844C2B33BF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BFB6B5-84C9-7C09-0A76-50D79C24602B}"/>
              </a:ext>
            </a:extLst>
          </p:cNvPr>
          <p:cNvSpPr/>
          <p:nvPr/>
        </p:nvSpPr>
        <p:spPr>
          <a:xfrm>
            <a:off x="0" y="-1"/>
            <a:ext cx="12188952" cy="233172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284F3EA-A732-A165-D62E-4216C68B79E5}"/>
              </a:ext>
            </a:extLst>
          </p:cNvPr>
          <p:cNvSpPr/>
          <p:nvPr/>
        </p:nvSpPr>
        <p:spPr>
          <a:xfrm>
            <a:off x="266700" y="228600"/>
            <a:ext cx="11658600" cy="6400800"/>
          </a:xfrm>
          <a:prstGeom prst="roundRect">
            <a:avLst>
              <a:gd name="adj" fmla="val 4401"/>
            </a:avLst>
          </a:prstGeom>
          <a:solidFill>
            <a:schemeClr val="bg1"/>
          </a:solidFill>
          <a:ln>
            <a:noFill/>
          </a:ln>
          <a:effectLst>
            <a:outerShdw blurRad="317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0F0152F-2EEC-8DD3-8819-FABD18E0A94A}"/>
              </a:ext>
            </a:extLst>
          </p:cNvPr>
          <p:cNvSpPr/>
          <p:nvPr/>
        </p:nvSpPr>
        <p:spPr>
          <a:xfrm>
            <a:off x="1866900" y="228600"/>
            <a:ext cx="10058400" cy="6400800"/>
          </a:xfrm>
          <a:prstGeom prst="roundRect">
            <a:avLst>
              <a:gd name="adj" fmla="val 4401"/>
            </a:avLst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92F5CE-26B7-D818-0896-E7A587984600}"/>
              </a:ext>
            </a:extLst>
          </p:cNvPr>
          <p:cNvSpPr/>
          <p:nvPr/>
        </p:nvSpPr>
        <p:spPr>
          <a:xfrm>
            <a:off x="1866900" y="228600"/>
            <a:ext cx="1736436" cy="6400800"/>
          </a:xfrm>
          <a:prstGeom prst="rect">
            <a:avLst/>
          </a:prstGeom>
          <a:solidFill>
            <a:srgbClr val="F8F8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BEC79BB-B76D-F1E4-8B01-B48B48D003D1}"/>
              </a:ext>
            </a:extLst>
          </p:cNvPr>
          <p:cNvSpPr/>
          <p:nvPr/>
        </p:nvSpPr>
        <p:spPr>
          <a:xfrm>
            <a:off x="266700" y="228600"/>
            <a:ext cx="11658600" cy="640080"/>
          </a:xfrm>
          <a:prstGeom prst="roundRect">
            <a:avLst>
              <a:gd name="adj" fmla="val 34704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6AC768-A43A-0F32-1770-4FB08255FE28}"/>
              </a:ext>
            </a:extLst>
          </p:cNvPr>
          <p:cNvSpPr/>
          <p:nvPr/>
        </p:nvSpPr>
        <p:spPr>
          <a:xfrm>
            <a:off x="266700" y="502920"/>
            <a:ext cx="11658600" cy="3657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36028A-0FAF-E3C8-4A12-163BB6E205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34" t="23268" r="202" b="38414"/>
          <a:stretch/>
        </p:blipFill>
        <p:spPr>
          <a:xfrm>
            <a:off x="1866900" y="870215"/>
            <a:ext cx="10058400" cy="240652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072436B-96D4-562C-B38C-ECB37241A4B1}"/>
              </a:ext>
            </a:extLst>
          </p:cNvPr>
          <p:cNvSpPr/>
          <p:nvPr/>
        </p:nvSpPr>
        <p:spPr>
          <a:xfrm>
            <a:off x="1866900" y="870215"/>
            <a:ext cx="10058400" cy="2404872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257F17E-C7C9-2DA1-2E98-622EE87E195B}"/>
              </a:ext>
            </a:extLst>
          </p:cNvPr>
          <p:cNvSpPr/>
          <p:nvPr/>
        </p:nvSpPr>
        <p:spPr>
          <a:xfrm>
            <a:off x="2405412" y="3611880"/>
            <a:ext cx="2651760" cy="2743200"/>
          </a:xfrm>
          <a:prstGeom prst="roundRect">
            <a:avLst>
              <a:gd name="adj" fmla="val 464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8685FDF-E9E5-6082-828B-451E9B82837B}"/>
              </a:ext>
            </a:extLst>
          </p:cNvPr>
          <p:cNvSpPr/>
          <p:nvPr/>
        </p:nvSpPr>
        <p:spPr>
          <a:xfrm>
            <a:off x="5567664" y="3611880"/>
            <a:ext cx="2651760" cy="2743200"/>
          </a:xfrm>
          <a:prstGeom prst="roundRect">
            <a:avLst>
              <a:gd name="adj" fmla="val 464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904590F-1FC1-A5C6-4E6B-FE0B7C65A470}"/>
              </a:ext>
            </a:extLst>
          </p:cNvPr>
          <p:cNvSpPr/>
          <p:nvPr/>
        </p:nvSpPr>
        <p:spPr>
          <a:xfrm>
            <a:off x="8729916" y="3611880"/>
            <a:ext cx="2651760" cy="2743200"/>
          </a:xfrm>
          <a:prstGeom prst="roundRect">
            <a:avLst>
              <a:gd name="adj" fmla="val 4644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538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Gary Carpenter</dc:creator>
  <cp:lastModifiedBy>karol romejko</cp:lastModifiedBy>
  <cp:revision>8</cp:revision>
  <dcterms:created xsi:type="dcterms:W3CDTF">2022-11-22T19:33:56Z</dcterms:created>
  <dcterms:modified xsi:type="dcterms:W3CDTF">2026-04-19T10:41:07Z</dcterms:modified>
</cp:coreProperties>
</file>